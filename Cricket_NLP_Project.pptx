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57200"/>
            <a:ext cx="2286000" cy="2286000"/>
          </a:xfrm>
          <a:prstGeom prst="ellipse">
            <a:avLst/>
          </a:prstGeom>
          <a:solidFill>
            <a:srgbClr val="1B4332">
              <a:alpha val="4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822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Cricket Match Report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Analyzer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NLP Course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4864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Team: Adhi  ·  Khaise  ·  Meera  ·  Indrajith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Tools: spaCy  ·  HuggingFace Transformers  · 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</a:rPr>
              <a:t>What we built and why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Extract player names,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team names &amp; venues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from commentary 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💬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29000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Sentiment Analysis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Detect tone of 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delivery — positive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or negative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📂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55080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Predict play type: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four, six, wicket,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run, wide...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Dataset: 90,401 cricket commentary rows  ·  Python · spaCy · HuggingFace · scikit-learn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</a:rPr>
              <a:t>Section 1 — Adhi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20240" cy="1188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90,401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923898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234440"/>
            <a:ext cx="1920240" cy="1188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32588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89,338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31720" y="1923898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After Cleaning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1920240" cy="118872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32588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393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89120" y="1923898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Unique Batsmen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1920240" cy="118872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32588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268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46520" y="1923898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Unique Bowlers</a:t>
            </a:r>
            <a:endParaRPr lang="en-US" sz="1000" dirty="0"/>
          </a:p>
        </p:txBody>
      </p:sp>
      <p:pic>
        <p:nvPicPr>
          <p:cNvPr id="17" name="Image 0" descr="/home/claude/cha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651760"/>
            <a:ext cx="85953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Named Entity Recognition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</a:rPr>
              <a:t>Section 2 — Khaise · spaCy en_core_web_sm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4114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817827"/>
            <a:ext cx="4114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Player Coverage (500 rows)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100584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325880"/>
            <a:ext cx="4114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63440" y="1817827"/>
            <a:ext cx="4114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Team Coverage (500 rows)</a:t>
            </a:r>
            <a:endParaRPr lang="en-US" sz="1000" dirty="0"/>
          </a:p>
        </p:txBody>
      </p:sp>
      <p:pic>
        <p:nvPicPr>
          <p:cNvPr id="11" name="Image 0" descr="/home/claude/char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423160"/>
            <a:ext cx="85953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Sentiment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</a:rPr>
              <a:t>Section 3 — Meera · DistilBERT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10058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62.6%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817827"/>
            <a:ext cx="26517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NEGATIVE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651760" cy="100584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325880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37.4%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54680" y="1817827"/>
            <a:ext cx="26517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POSITIVE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325880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93.4%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817827"/>
            <a:ext cx="26517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Avg Confidence</a:t>
            </a:r>
            <a:endParaRPr lang="en-US" sz="1000" dirty="0"/>
          </a:p>
        </p:txBody>
      </p:sp>
      <p:pic>
        <p:nvPicPr>
          <p:cNvPr id="14" name="Image 0" descr="/home/claude/char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423160"/>
            <a:ext cx="85953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Text Classification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</a:rPr>
              <a:t>Section 4 — Indrajith · TF-IDF + Logistic Regression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90.06%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817827"/>
            <a:ext cx="26517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Overall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651760" cy="100584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325880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54680" y="1817827"/>
            <a:ext cx="26517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Play Type Classes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100584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325880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71,470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817827"/>
            <a:ext cx="26517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Training Rows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23160"/>
          <a:ext cx="8595360" cy="246888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2011680"/>
              </a:tblGrid>
              <a:tr h="3526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Play 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run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</a:rPr>
              <a:t>analyze_commentary() — Full pipeline in 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📝  "Kohli drives beautifully through the covers for a magnificent four! The crowd erupts at Wankhede as India take control of the chase."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265176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265176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🔍 NER — 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Wankhede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Detected from 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965960"/>
            <a:ext cx="265176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65960"/>
            <a:ext cx="265176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💬 Sentiment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😊 POSITIVE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Confidence: 100%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265176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965960"/>
            <a:ext cx="2651760" cy="640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📂 Play 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four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Confidence: 84.80%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Results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65836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90.06%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12618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Classification Accuracy — TF-IDF + Logistic Regression on 9 classes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645920" cy="65836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391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1305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NER Coverage — players and teams extracted from all 500 test rows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645920" cy="65836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077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93.4%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29992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Avg Sentiment Confidence — DistilBERT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1645920" cy="65836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764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90,401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38679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Total rows processed across train / test / validation splits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Built with  spaCy · HuggingFace Transformers · scikit-learn · Google Colab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 Match Report Analyzer</dc:title>
  <dc:subject>PptxGenJS Presentation</dc:subject>
  <dc:creator>PptxGenJS</dc:creator>
  <cp:lastModifiedBy>PptxGenJS</cp:lastModifiedBy>
  <cp:revision>1</cp:revision>
  <dcterms:created xsi:type="dcterms:W3CDTF">2026-05-04T08:42:56Z</dcterms:created>
  <dcterms:modified xsi:type="dcterms:W3CDTF">2026-05-04T08:42:56Z</dcterms:modified>
</cp:coreProperties>
</file>